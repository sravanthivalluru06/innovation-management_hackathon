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24A9C-D6C5-4ADB-AEBB-83F56A6E5C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80F1C-B04C-43FB-9493-50C16797428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0813" y="5757818"/>
            <a:ext cx="2861187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V.L. Sravanthi – 2320090021</a:t>
            </a:r>
            <a:endParaRPr lang="en-US" sz="1100" dirty="0"/>
          </a:p>
          <a:p>
            <a:r>
              <a:rPr lang="en-US" sz="1100" dirty="0"/>
              <a:t>T. Sri Ruchitha – 2320090035</a:t>
            </a:r>
            <a:endParaRPr lang="en-US" sz="1100" dirty="0"/>
          </a:p>
          <a:p>
            <a:r>
              <a:rPr lang="en-US" sz="1100" dirty="0"/>
              <a:t>M. Madhavi - 2320090020</a:t>
            </a:r>
            <a:endParaRPr lang="en-I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Presentation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Valluru</dc:creator>
  <cp:lastModifiedBy>Sravanthi .V</cp:lastModifiedBy>
  <cp:revision>2</cp:revision>
  <dcterms:created xsi:type="dcterms:W3CDTF">2026-04-06T19:03:00Z</dcterms:created>
  <dcterms:modified xsi:type="dcterms:W3CDTF">2026-04-23T12:47:59Z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28538DB788784C23AA7D3B625BFC1124_12</vt:lpwstr>
  </property>
  <property fmtid="{D5CDD505-2E9C-101B-9397-08002B2CF9AE}" pid="3" name="KSOProductBuildVer">
    <vt:lpwstr>1033-12.2.0.23196</vt:lpwstr>
  </property>
</Properties>
</file>